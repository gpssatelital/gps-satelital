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y puesta en marcha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Go-live: lunes 27 de julio. Todos los grupos operando en el sistema.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D100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12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MotoGestión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Moteros — GPS Satelital Cartagena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objetivo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desde el lunes 27 toda la operación se lleve en el sistema, sin que ningún proceso a medias frene el negocio.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3017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operando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27432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3017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443484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definidos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27432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3017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804672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pausas al negocio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cronograma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Mié-Jue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sistema + cerrar pendientes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2423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dinero con usuarios reales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83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Sábado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parada · verificar datos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43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Domingo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43434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general con el equipo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53035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D1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303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Lunes 27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53035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en vivo + soporte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de cada uno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5156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931920" y="15087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tu manual y venir al ensayo del domingo.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Secretaria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931920" y="24688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registrar y confirmar pagos; cerrar caja.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Cobradores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31920" y="34290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cobro en campo y gestión de mora con tus motos.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31920" y="43891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crear contrato, aprobar, liquidar; confirmar permisos.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25780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5349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Mecánico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931920" y="53492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ingresar y finalizar una orden de taller.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algo falla el lunes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 de la operación: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25400">
            <a:solidFill>
              <a:srgbClr val="FFD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331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operación NO se detiene por un caso puntual.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Resolvemos ESE caso a mano, lo anotamos, y seguimos atendiendo. Lo que falló se corrige después.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886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mal → se corrige en el sistema (queda registro).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663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internet → papel mientras vuelve, se registra al reconectar.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5440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54406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entra alguien → el Administrador ajusta el acceso.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Listos para arrancar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equipo preparado y el sistema probado,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lunes 27 empezamos con los menores contratiempos posibles.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Club de Moteros</dc:creator>
  <cp:lastModifiedBy>Club de Moteros</cp:lastModifiedBy>
  <cp:revision>1</cp:revision>
  <dcterms:created xsi:type="dcterms:W3CDTF">2026-07-23T04:10:37Z</dcterms:created>
  <dcterms:modified xsi:type="dcterms:W3CDTF">2026-07-23T04:10:37Z</dcterms:modified>
</cp:coreProperties>
</file>