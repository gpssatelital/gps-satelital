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TU NUEVO SISTEMA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trabajo, ahora más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fácil y más seguro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herramienta para clientes, motos, contratos y cobros.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D100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212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MotoGestión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Moteros — GPS Satelital Cartagena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MotoGestión?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app que reemplaza el papel y las cuentas a mano. Todo el negocio en un solo lugar, desde el celular o el computador.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83464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6334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documentos y visitas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55080" y="23774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83464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60920" y="26334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6092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grupo y ubicación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11480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457200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370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28800" y="4846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ingreso a la entrega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55080" y="411480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57200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60920" y="4370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Cobros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60920" y="4846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Pagos, mora, caja y recibos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cambia para ti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755648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16276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Secretaria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754880" y="162763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Registras pagos y confirmas; el sistema reparte y calcula solo.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99008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86207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Cobrador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54880" y="286207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solo tus motos; cobras en la calle con GPS y foto.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93192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422452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40965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54880" y="409651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toda la operación; creas contratos y liquidas.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16636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5400000">
              <a:srgbClr val="94A3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545896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533095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Mecánico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54880" y="533095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tu módulo de taller: ingresas, reparas, das salida.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trabaja para ti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155448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00200" y="1508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Reparte cada pago solo: cuota, deuda, convenio y ahorro. No calculas nada.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65176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606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quién está en mora y te ordena las tareas del día.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374904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3703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 el recibo o lo envía por WhatsApp.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484632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8006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todo con tu nombre y la hora: tu trabajo queda respaldado.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reglas de oro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9202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103120" y="19202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 en el momento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103120" y="23591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 dejes para después.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918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103120" y="32918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 antes de confirmar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03120" y="37307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y cliente correctos antes de confirmar un pago.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663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103120" y="46634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 la duda, pregunta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03120" y="51023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adivines con el dinero.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empezar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155448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00200" y="15087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programa en el navegador (Chrome) y entra con tu correo y contraseña.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560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se ve raro tras un cambio, presiona Ctrl + Shift + 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365760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36118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tiene su manual paso a paso: pídelo y tenlo a mano el primer día.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470916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6634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puedes entrar o no ves un módulo, avisa al Administrador (no es tu culpa: son los accesos).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Empezamos el lunes 27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para ayudarte. Ningún problema frena el trabajo: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falla, lo resolvemos juntos y seguimos.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Club de Moteros</dc:creator>
  <cp:lastModifiedBy>Club de Moteros</cp:lastModifiedBy>
  <cp:revision>1</cp:revision>
  <dcterms:created xsi:type="dcterms:W3CDTF">2026-07-23T04:10:37Z</dcterms:created>
  <dcterms:modified xsi:type="dcterms:W3CDTF">2026-07-23T04:10:37Z</dcterms:modified>
</cp:coreProperties>
</file>