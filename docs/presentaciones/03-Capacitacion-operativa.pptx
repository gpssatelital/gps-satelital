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840480" cy="384048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FFD100"/>
          </a:solidFill>
          <a:ln w="22225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Capacitación: cómo operar el sistema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práctica para el equipo — registrar, cobrar y controlar la flota, paso a paso.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5394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Satelital Cartagena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moteros · COSTA · PRADERA · RASTREADOR · USADAS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USAMOS MOTOGESTIÓN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trabaja para 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10058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el día
</a:t>
            </a:r>
            <a:endParaRPr lang="en-US" sz="17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dice a quién cobrar, quién está en mora y qué falta — sin cuadernos ni memoria.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871216"/>
            <a:ext cx="566928" cy="566928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25880" y="2825496"/>
            <a:ext cx="10058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 el dinero
</a:t>
            </a:r>
            <a:endParaRPr lang="en-US" sz="17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Reparte cada pago solo (cuota, deuda, convenio, ahorro) y todo queda con tu nombre.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913632"/>
            <a:ext cx="566928" cy="56692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13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25880" y="3867912"/>
            <a:ext cx="10058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evidencia
</a:t>
            </a:r>
            <a:endParaRPr lang="en-US" sz="17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Fotos, firma, huella y GPS de cada visita y entrega — respaldo legal de todo.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4956048"/>
            <a:ext cx="566928" cy="566928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956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4910328"/>
            <a:ext cx="10058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errores
</a:t>
            </a:r>
            <a:endParaRPr lang="en-US" sz="17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duplicados, calcula las cuentas y no deja saltarse pasos importantes.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OPERAR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básico para arrancar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3099816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57400"/>
            <a:ext cx="3099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Entrar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80720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app y escribe tu correo y contraseña.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quien entra con SU usuario — no compartas la sesión.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ves un módulo, pídele acceso al administrador.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78308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26864" y="2057400"/>
            <a:ext cx="3099816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4626864" y="2057400"/>
            <a:ext cx="3099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Moverte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80720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celular: barra de abajo (Panel, Clientes, Cartera, Motos, Contratos, Más).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computador: menú lateral izquierdo.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campana 🔔 muestra tus alertas y tareas.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93024" y="178308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49056" y="2057400"/>
            <a:ext cx="3099816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8449056" y="2057400"/>
            <a:ext cx="3099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Actualizar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85632" y="280720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“Hay una versión nueva”, toca Actualizar.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algo se ve raro tras un cambio: Ctrl + Shift + R.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siempre con internet (el sistema guarda en la nube).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DEL EQUIPO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hace qué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1051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10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11880" y="1737360"/>
            <a:ext cx="80010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clientes y pagos en efectivo, confirma transferencias y cobros de campo, cierra la caja.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6946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6791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919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11880" y="2606040"/>
            <a:ext cx="80010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Encargado de toda la operación: crea contratos, aprueba, gestiona cartera y liquidaciones. No registra efectivo.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4787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0284C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787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JR (SUBADMIN)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11880" y="3474720"/>
            <a:ext cx="80010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Cobrador de calle. Ve SOLO sus motos: hace visitas, cobra en campo, persigue mora y recolecta.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41655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1655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11880" y="4343400"/>
            <a:ext cx="80010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módulo de Taller: recibe motos, registra diagnóstico, repuestos y cierra la orden.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17550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28523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0284C7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28523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11880" y="5212080"/>
            <a:ext cx="80010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 de un grupo. Solo mira el tablero de SU portafolio (lectura) — no opera.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29184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7373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D100"/>
          </a:solidFill>
          <a:ln w="22225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procesos, paso a paso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hace cada tarea del día en la app.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SECRETARIA /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un cliente nuevo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8379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ruta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cédula, teléfono/WhatsApp, dirección y si es contrato diario o de tiempo definido.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523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697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inicial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lo que pagó al entrar — se usa después como base del contrato.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611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 datos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y (si el lector está) huella. La firma es obligatoria para guardar.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5811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5262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Cédula, recibo, hoja de vida, antecedentes del cliente + cédula/recibo del acompañante.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80644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queda 'Listo para visita' cuando los documentos están completos.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SUBADMIN / SECRETARIA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domiciliaria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SUBADMIN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8379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 la casa y abrir la visita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GPS se captura solo al abrir — NO se puede guardar la visita sin ubicación.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523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697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Llenar la entrevista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allí, tiempo, tipo de vivienda, estabilidad, observaciones y recomendación.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611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las fotos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+ funcionario y fachada — respaldo de que la visita fue real.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5811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5262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de la moto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final: ¿va a guardar la moto en esta casa? Si no, ¿dónde? (queda para validar luego).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80644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administrador aprueba o repite la visita. Sin visita aprobada no hay contrato.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contrato (asistente de 6 pasos)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8379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tarifa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aprobado, modalidad, tarifa L-S y domingo, día de pago, base inicial.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523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697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la moto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una Disponible — confirma placa y modelo antes de asignar.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611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Firmas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+ pagaré: documento leído, firma y huella del cliente.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5811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5262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y entrega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del documento + km inicial + 6 fotos guiadas (una con la persona) + checklist.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80644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terminar: el contrato queda Activo, la moto Asignada y el cliente Activo.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SECRETARIA / SUBADMIN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Cobrar un pago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8379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oficina (efectivo)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SECRETARIA. Abre el contrato → Pagar → confirma monto en la ventana.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523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697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calle (cobro de campo)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ADMIN/SUBADMIN recupera efectivo con GPS + foto → la SECRETARIA lo confirma (doble control).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611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Transferencia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reporta con foto del comprobante → la SECRETARIA la confirma.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5811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5262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recibo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imprime o se manda por WhatsApp. El sistema reparte el pago solo (no lo repartas tú).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80644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confirmar revisa cliente y monto — si sale aviso de duplicado, verifica.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SUBADMIN /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 y recolección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SUBADMIN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8379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de pago y gabela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de WhatsApp por la mañana. Un día de gracia (gabela).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523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697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 — gestionar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→ Llamada → Sirena/Apagado. Puedes pasar los 3 el mismo día si no responde.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611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extra (opcional)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ADMIN/SUBADMIN da 1-2 días con motivo escrito; mientras tanto no se recolecta.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5811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5262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 física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con 6 fotos → contrato Suspendido, moto Recuperada y multa de $20.000.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80644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devolver la moto: paga la multa + lo atrasado (o deja convenio). Se gestiona en Inmovilizaciones.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dónde se guarda la moto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8379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lo declara en la visita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guarda en su casa o en otro lugar (con su dirección).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7523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697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entregar la moto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la tarea 'Validar dónde se guarda la moto' — no se quita hasta hacerla.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611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en el GPS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noche/día, en tu plataforma de rastreo, mira dónde duerme la moto.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58114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5262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en la app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coincide ✅  o  No coincide ❌ → registra el lugar real con GPS y condiciones.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806440"/>
            <a:ext cx="1101852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 </a:t>
            </a:r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antifraude: confirma que la moto queda donde el cliente dijo.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· SECRETARIA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caja diaria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89720" y="566928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9189720" y="5669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92938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29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2728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lo recaudado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suma el efectivo del día, separado por grupo (COSTA/PRADERA/…).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84378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2728" y="27889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lo pendiente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Transferencias por confirmar y efectivo de campo entregado por los cobradores.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375818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52728" y="37033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Cuadrar por funcionario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recogió cada uno, qué falta entregar y qué falta confirmar.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672584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2728" y="46177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la caja
</a:t>
            </a:r>
            <a:endParaRPr lang="en-US" sz="15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el registro del día — cada grupo es un portafolio independiente.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5029200" cy="50292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7373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D100"/>
          </a:solidFill>
          <a:ln w="22225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oro y contingencia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trabajar seguro y qué hacer si algo falla.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reglas de oro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19656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19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0149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en el momento
</a:t>
            </a:r>
            <a:endParaRPr lang="en-US" sz="1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pago, gestión y visita se registra cuando pasa — no “después”.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660904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FFD10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2624328"/>
            <a:ext cx="10149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antes de confirmar
</a:t>
            </a:r>
            <a:endParaRPr lang="en-US" sz="1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monto y método. Confirmar mueve dinero real.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02152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FFD10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465576"/>
            <a:ext cx="10149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GPS y la firma son la prueba
</a:t>
            </a:r>
            <a:endParaRPr lang="en-US" sz="1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ubicación no hay visita; sin firma no hay autorización.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FFD1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4306824"/>
            <a:ext cx="10149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control del dinero
</a:t>
            </a:r>
            <a:endParaRPr lang="en-US" sz="1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cobra en calle entrega; la secretaria confirma. Nadie hace las dos.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184648"/>
            <a:ext cx="502920" cy="502920"/>
          </a:xfrm>
          <a:prstGeom prst="roundRect">
            <a:avLst>
              <a:gd name="adj" fmla="val 16364"/>
            </a:avLst>
          </a:prstGeom>
          <a:solidFill>
            <a:srgbClr val="FFD1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5148072"/>
            <a:ext cx="10149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la duda, pregunta
</a:t>
            </a:r>
            <a:endParaRPr lang="en-US" sz="1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una pregunta que un dato mal metido — corregir cuesta más.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— LA OPERACIÓN NO SE DETIENE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algo falla el lunes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paso falla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39572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Anótalo en papel y sigue cobrando. Avisas y se arregla en caliente — no frenes el día.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0832" y="17373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9202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cifra sale mal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99432" y="239572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 fuerces. El ADMIN la corrige desde 'Editar contrato' (queda auditado quién y cuándo).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3024" y="173736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1624" y="19202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se ve rara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21624" y="239572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Shift + R para recargar. Si sigue, avisa — casi siempre es una versión vieja en caché.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148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sin acceso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59028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 PRINCIPAL le ajusta los permisos por persona en Usuarios &amp; Roles.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70832" y="39319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41148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Impresora o huella fallan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99432" y="459028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opcionales: manda el recibo por WhatsApp y sigue. La firma sí es obligatoria.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93024" y="39319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1624" y="41148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sabes qué hacer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21624" y="459028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Pregúntale a tu encargado antes de inventar. La cadena: Cobrador → Secretaria → Admin → Fredy.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QUIEN HACE UN CASO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ensayo del domingo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6324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PRACTICA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QUEDÓ BIEN SI…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63240" y="2240280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un cliente y cobrarle un pago en efectivo.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75320" y="2240280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recibo sale bien y la caja cuadra.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64240" cy="74980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900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JR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63240" y="2990088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una visita (con GPS) y un cobro en la calle.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75320" y="2990088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visita queda con ubicación y el cobro llega a confirmar.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73989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63240" y="3739896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contrato completo y aprobar un cliente.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75320" y="3739896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contrato queda Activo y la moto Asignada.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489704"/>
            <a:ext cx="11064240" cy="74980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489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63240" y="4489704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Recibir una moto y cerrar una orden de taller.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75320" y="4489704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orden queda registrada con su costo.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23951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63240" y="5239512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una transferencia y cerrar la caja.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75320" y="523951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dinero del día queda confirmado y cuadrado.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 · Capacitación operativa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3737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108960"/>
            <a:ext cx="5943600" cy="59436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55448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FFD100"/>
          </a:solidFill>
          <a:ln w="22225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544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MOTOGESTIÓN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Listos para arrancar el lunes.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41248" y="3794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registras en el momento, revisas antes de confirmar y preguntas cuando dudes,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hace el resto.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tu manual a la mano — y cualquier duda, pregunta.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2026-07-25T00:17:54Z</dcterms:created>
  <dcterms:modified xsi:type="dcterms:W3CDTF">2026-07-25T00:17:54Z</dcterms:modified>
</cp:coreProperties>
</file>